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idea: the 802.11 backoff rule forgets how crowded the channel is after every frame; CEAB measures the crowd and waits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are from our simulator, 10 seeds each. Emphasise that the problem grows with the number of stations, which is the trend in real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Gap: we need an estimate of contention that is model-free, passive, and independent of what backoff the other stations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Novelty: the inverse Simpson index from ecology has not been used for 802.11 backoff tuning as far as we found. Unlike Calì/Bianchi-Tinnirello, no model of the other stations; unlike Idle Sense, no fixed idle-slot target, so it does not starve next to legacy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each station = traffic source + queue + DCF state machine + strategy object. The channel engine decides success/collision/error and broadcasts idle gap and TA. Right: CEAB flowchart; estimation runs every busy period, window update on own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Validation: simulated BEB matches Bianchi's analytical throughput within 1.7 % for 2–100 stations, and an independent slot-by-slot Monte Carlo in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every scenario can be re-run live with demo.py by changing a flag or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BEB vs CEAB differences in S1–S3 are significant (Welch p &lt; 0.01) except mean access delay at N = 50, which is fixed by the frame rate in saturation. S1 gain is small (+1.9 %) because BEB is already near-optimal with 5 stations; S2 +15.8 %.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the failure cases: this is what the rubric's critical-evaluation criterion looks for. Ablation: per-retry doubling (K = 1, 2) raised the tail delay, so K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demo offer: python demo.py gui — change N, load, error rate or access mode live and compare BEB with CEAB.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9CFEE"/>
                </a:solidFill>
                <a:latin typeface="Calibri"/>
              </a:rPr>
              <a:t>BCSE308P COMPUTER NETWORKS LAB · INNOVATIVE EVALUATION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Contender-Estimation Adaptive Backoff</a:t>
            </a:r>
          </a:p>
          <a:p>
            <a:pPr algn="l">
              <a:spcAft>
                <a:spcPts val="1000"/>
              </a:spcAft>
            </a:pPr>
            <a:r>
              <a:rPr sz="2600" b="0" i="0">
                <a:solidFill>
                  <a:srgbClr val="B9CFEE"/>
                </a:solidFill>
                <a:latin typeface="Cambria"/>
              </a:rPr>
              <a:t>Teaching Wi-Fi stations how long to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 comparative study of nine CSMA/CA backoff strategies in IEEE 802.11, and a new scheme that sets the contention window from the number of stations it overhears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8920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SAHIL BARNWAL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3035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24BDS0256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8920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Ssunvya jain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53035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23BCE0298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8920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Rishika Singal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3035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24BDS0233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9CFEE"/>
                </a:solidFill>
                <a:latin typeface="Calibri"/>
              </a:rPr>
              <a:t>School of Computer Science and Engineering · VIT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Crowded Wi-Fi loses a quarter of its capacity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Standard 802.11 binary exponential backoff (BEB), 50 saturated stations, 802.11g 54 Mb/s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−25 %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throughput lost against the best backoff at N = 50 (22.3 vs 29.8 Mb/s)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0.59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probability that a transmission attempt collides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96596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304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99th-percentile access delay: one frame in a hundred waits a third of a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Why it happens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After every success BEB resets the window to 16 slots, regardless of how many stations compete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The next frame collides, doubles, collides again: contention is re-learned for every frame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The winner keeps the smallest window and tends to win again (capture effect)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4903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Lecture halls, hostels and IoT deployments put dozens of active stations on one access point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Short-term fairness at N = 50 is only 0.40 (Jain index; 1.0 = perfectly fair)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Tail delay, not the mean, is what breaks calls, games and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Existing waiting strategies either forget or assume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Baseline: IEEE 802.11 DCF with binary exponential backoff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mbria"/>
              </a:rPr>
              <a:t>Baseline: BEB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871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Draw backoff b ~ U[0, W−1]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729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Count down idle 9 µs slots, freeze while busy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58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Transmit at b = 0; wait for the ACK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5445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No ACK → W ← min(2W, 1024), retry ≤ 7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303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ACK → W ← 16 (forget everything)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3520440" cy="4389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History-based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Linear · Fibonacci · Quadratic · MILD · EIED · Constant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3464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Change W by a fixed rule after each outcome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Never learn how many stations compete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Linear/Fibonacci collide even more than BEB; MILD can lock at CWmax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737360"/>
            <a:ext cx="3474720" cy="43891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Estimation-based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Calì et al. 2000 · Bianchi &amp; Tinnirello 2003 · Idle Sense 2005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Aim for the optimal window, but model the other stations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Model inversion is fragile: real counters are correlated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Idle Sense next to legacy stations gets 0.9 Mb/s vs 27 Mb/s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CEAB counts who is talking, then waits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Contender-Estimation Adaptive Backoff: four steps, run independently by every station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Overhear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Log the sender address (TA) of the last M = 200 decoded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information every 802.11 header already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546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n_eff = M(M−1) / Σ c_j(c_j−1)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69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inverse Simpson index: equals n for n equal senders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Correct for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ρ = min(1, I* / I_obs);  n_c = ρ · n_eff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69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long idle gaps → fewer backlogged stations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Set the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546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W* = 2 / τ*(n_c) − 1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069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τ* = throughput-optimal attempt probability (Bianchi)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What exactly differs from the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After success: </a:t>
            </a:r>
            <a:r>
              <a:rPr sz="1400" b="0">
                <a:solidFill>
                  <a:srgbClr val="1A1A1A"/>
                </a:solidFill>
                <a:latin typeface="Calibri"/>
              </a:rPr>
              <a:t>W stays at the optimum, never back to 16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After collision: </a:t>
            </a:r>
            <a:r>
              <a:rPr sz="1400" b="0">
                <a:solidFill>
                  <a:srgbClr val="1A1A1A"/>
                </a:solidFill>
                <a:latin typeface="Calibri"/>
              </a:rPr>
              <a:t>W unchanged (K = 0), not doubled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486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Estimator: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model-free; valid whatever the others run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Same input for all: </a:t>
            </a:r>
            <a:r>
              <a:rPr sz="1400" b="0">
                <a:solidFill>
                  <a:srgbClr val="1A1A1A"/>
                </a:solidFill>
                <a:latin typeface="Calibri"/>
              </a:rPr>
              <a:t>all stations hold the same window → fairness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Architecture and algorithm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Event-driven 802.11 DCF simulator with pluggable backoff strategies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035040" cy="3422961"/>
          </a:xfrm>
          <a:prstGeom prst="rect">
            <a:avLst/>
          </a:prstGeom>
        </p:spPr>
      </p:pic>
      <p:pic>
        <p:nvPicPr>
          <p:cNvPr id="5" name="Picture 4" descr="fig_flowchart_ce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00200"/>
            <a:ext cx="4329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5780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Engine: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jumps straight to the next slot in which a backoff counter hits zero, so 2170 ten-second runs take about 6 minutes on 16 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Implementation setup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Python 3.14 · NumPy · SciPy · Matplotlib · 9 unit tests incl. Bianchi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5760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802.11g ERP-OFDM, 54 Mb/s data, 24 Mb/s ACK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Slot / SIFS / DIFS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/ 10 / 28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1500 B (256–2304 B sweep)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Ts / Tc (basic)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314 / 323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CWmin / CWmax / retries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 / 1023 / 7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Stations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 –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Traffic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saturated, or Poisson 2 – 40 Mb/s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 seeds × 10 s, 1 s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CEAB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 = 200, γ = 0.5, β = 0.05, K = 0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737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Code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2402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331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phy.py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331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frame timing, Ts and 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8803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analytical.py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803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Bianchi model, τ*(n)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33756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strategies.py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290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9 strategies incl. CEAB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88620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97763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simulator.py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977639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event-driven DCF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43484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52627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experiments.py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526279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2170 parallel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9834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5074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analysis.py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74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mean ± SD, t-tests, plots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553212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62355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demo.py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623559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live CLI, trace, GUI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Scenarios and metrics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2170 independent simulation runs, every point = mean ± SD of 10 seeds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10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S1 · S2 ·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81051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saturated, N = 5 / 20 / 50 (low / medium / high)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04872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32303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Station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32303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 = 2 … 100, all nine strategies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26664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5409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Offered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5409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Poisson traffic, 30 stations, 2 – 40 Mb/s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758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Robustness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7588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frame errors 0 – 30 %, RTS/CTS, payload 256 – 2304 B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70248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297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5 → 50 → 15 stations during a run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Coexistence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9194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10 legacy BEB + 10 new-scheme stations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13832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4126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Ablation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5412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CEAB escalation cap K and window 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737360"/>
            <a:ext cx="5074920" cy="44348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Metrics and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42316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Throughput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capacity; what the optimal window maximises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Collision probability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direct sign of a window that is too small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99th-pct access delay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the tail is what real-time traffic feels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Short-term Jain fairness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100 ms windows expose the capture effect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Drop rate, end-to-end delay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losses and queueing seen by upper layers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Welch t-test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is the difference real, not noise?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CEAB stays near capacity as the network grows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Saturation throughput, all nine strategies, N = 2 … 100 (10 runs per point)</a:t>
            </a:r>
          </a:p>
        </p:txBody>
      </p:sp>
      <p:pic>
        <p:nvPicPr>
          <p:cNvPr id="4" name="Picture 3" descr="fig_throughput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498079" cy="34996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6916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8745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+33.5 %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6517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throughput at N = 50 (22.3 → 29.8 Mb/s), +57 % at N =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2918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34747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−79 %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2519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99th-pct delay at N = 50 (304 → 65 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892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50749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0.40 → 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852159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short-term fairness at N = 50; collisions 0.59 → 0.20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Where it helps, and where it does not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Dynamic membership trace (left) and critical evaluation (right)</a:t>
            </a:r>
          </a:p>
        </p:txBody>
      </p:sp>
      <p:pic>
        <p:nvPicPr>
          <p:cNvPr id="4" name="Picture 3" descr="fig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271699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64592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mbria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19456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Tracks 5 → 50 → 15 stations within ~0.1 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Carries 29.9 Mb/s of Poisson traffic vs 24.4 for BEB; light-load delay unchanged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Adopters are better off even beside legacy BEB (Idle Sense starves)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39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114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B6834"/>
                </a:solidFill>
                <a:latin typeface="Cambria"/>
              </a:rPr>
              <a:t>Limitations and failure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52628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RTS/CTS, N = 5: no gain (-0.3 %) — collisions are cheap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FER 30 %: gains vanish, EIED marginally better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Medium Poisson load: mean delay 0.94 vs 0.77 ms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</a:rPr>
              <a:t>Hidden terminals not modelled; legacy BEB keeps a 2.6 : 1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Conclusion, future work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Waiting well = remembering how crowded the channel is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CEAB: +16 % / +33 % throughput at N = 20 / 50, −79 % tail delay, fairness 0.91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Within 2.5 % of the theoretical limit for 5 – 100 stations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Uses only what every 802.11 receiver already decodes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Hidden terminals and multi-cell; airtime-aware estimate for multi-rate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ns-3 port and an OpenWiFi / ath9k testbed; 802.11ah IoT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[1] IEEE Std 802.11-2020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[2] G. Bianchi, IEEE JSAC 18(3), 2000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[3] F. Calì et al., IEEE/ACM ToN 8(6), 2000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[4] V. Bharghavan et al., MACAW, SIGCOMM 1994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[5] N.-O. Song et al., EIED, IEEE VTC 2003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[6] M. Heusse et al., Idle Sense, SIGCOMM 2005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[7] G. Bianchi, I. Tinnirello, INFOCOM 2003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[16] E. H. Simpson, Nature 163, 1949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Full IEEE-style list: project report, Ch.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9CFEE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9CFE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